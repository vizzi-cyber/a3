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1.1 C语言概述与开发环境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基础入门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AI Learning System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什么是1.1 C语言概述与开发环境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1.1 C语言概述与开发环境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1.1 C语言概述与开发环境是基础入门中的核心概念，掌握它是理解后续高级内容的基础。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1.1 C语言概述与开发环境的基本特征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1.1 C语言概述与开发环境的核心性质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1.1 C语言概述与开发环境的分类方式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可以用生活中的例子来类比理解1.1 C语言概述与开发环境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1.1 C语言概述与开发环境的结构定义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1.1 C语言概述与开发环境在C语言中的表示方式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1.1 C语言概述与开发环境的C语言定义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1.1C语言概述与开发环境Type;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1.1 C语言概述与开发环境的基本操作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1.1 C语言概述与开发环境最常用的操作及实现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步骤1：初始化1.1 C语言概述与开发环境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1.1 C语言概述与开发环境核心操作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operation(1.1C语言概述与开发环境Type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1.1 C语言概述与开发环境关键代码解析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1.1 C语言概述与开发环境的关键代码片段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key_code(1.1C语言概述与开发环境Type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1.1 C语言概述与开发环境与其他方案对比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1.1 C语言概述与开发环境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1.1 C语言概述与开发环境知识结构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1.1 C语言概述与开发环境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混淆1.1 C语言概述与开发环境的相关概念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关于1.1 C语言概述与开发环境，以下说法正确的是？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1.1 C语言概述与开发环境不需要初始化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1.1 C语言概述与开发环境的核心是递归思想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1.1 C语言概述与开发环境的时间复杂度一定是O(1)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1.1 C语言概述与开发环境只能用数组实现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1.1 C语言概述与开发环境的核心在于理解其递归/迭代的本质，其他选项都过于绝对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以下关于1.1 C语言概述与开发环境的时间复杂度，正确的是？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1.1 C语言概述与开发环境的查找需要遍历，时间复杂度为O(n)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实现1.1 C语言概述与开发环境时最容易犯的错误是？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掌握了1.1 C语言概述与开发环境的核心概念和定义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学会了1.1 C语言概述与开发环境的基本操作实现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理解了1.1 C语言概述与开发环境的时间空间复杂度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