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第一页：课程导览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本节课目标与学习路径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1.1 C语言概述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高级编程语言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C语言是1972年由Dennis Ritchie在UNIX系统开发中创造的通用编程语言，以高效、灵活著称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编译型语言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底层操作能力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跨平台特性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像乐高积木一样，允许程序员直接构建软件世界的基石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数据结构：字符数组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字符串存储的基本方式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char[]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字符序列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字符串长度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typedef struct { char str[100]; int len; } String;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字符串逆序算法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将字符数组元素顺序反转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步骤1：定义交换函数swap(char *a, char *b)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步骤2：使用双指针法遍历字符串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步骤3：执行元素交换操作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swap(char *a, char *b) { char temp = *a; *a = *b; *b = temp;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reverseString(String s) { int i=0; int j=s.len-1; while (i&lt;j) { swap(&amp;s.str[i], &amp;s.str[j]); i++; j--; 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需要n/2次比较和交换操作，空间仅用固定数量的临时变量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代码逐行解析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void main() { String s={"Hello World", 11}; reverseString(s); printf("%s\n", s.str);}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第1-2行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初始化字符串对象并计算长度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调用逆序函数处理数据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输出验证结果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循环实现对比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时间复杂度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for循环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简单场景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递归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O(n)（含栈开销）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教学示例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位运算优化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特定硬件加速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知识结构图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字符数组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字符串操作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7942" y="4663439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内存管理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3338" y="466344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文件I/O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常见易错点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数组越界访问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始终检查数组边界条件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错误：str[100] = 'A'; // 未考虑初始长度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正确：if (s.len &lt; 100) str[s.len++] = 'A';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类型不匹配赋值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强制类型转换时注意精度丢失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错误：int a = 3.14; // 截断小数部分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正确：int a = (int)3.14; // 显式转换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练习题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以下哪种方式可以安全地获取字符串长度？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strlen()函数自动返回null终止符前的长度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需要手动遍历直到遇到空字符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必须使用sizeof运算符计算整个数组大小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所有字符数组都默认以null结尾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strlen()函数自动返回null终止符前的长度  |  标准库函数strlen()会跳过终止符，返回有效字符数，这是C语言字符串处理的标准规范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实现一个函数，检测字符串是否为回文（忽略大小写）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解释为什么下面代码会产生段错误：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数组索引越界访问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未初始化的变量使用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函数参数传递错误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内存分配不足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数组索引越界访问  |  当i超过数组实际长度时，程序会尝试访问未分配给程序的内存区域，导致不可预测的行为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掌握字符数组的定义和使用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理解字符串操作的核心算法原理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建立安全编程的意识（边界检查）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学会通过复杂度分析选择最优算法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第二周：函数与模块化编程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