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C语言函数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什么是C语言函数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C语言函数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C语言函数是C语言中的核心概念，掌握它是理解后续高级内容的基础。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C语言函数的基本特征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C语言函数的核心性质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C语言函数的分类方式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可以用生活中的例子来类比理解C语言函数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C语言函数的结构定义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C语言函数在C语言中的表示方式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C语言函数的C语言定义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C语言函数Type;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C语言函数的基本操作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C语言函数最常用的操作及实现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步骤1：初始化C语言函数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C语言函数核心操作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operation(C语言函数Type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C语言函数关键代码解析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C语言函数的关键代码片段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key_code(C语言函数Type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C语言函数与其他方案对比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C语言函数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C语言函数知识结构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C语言函数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混淆C语言函数的相关概念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关于C语言函数，以下说法正确的是？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C语言函数不需要初始化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C语言函数的核心是递归思想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C语言函数的时间复杂度一定是O(1)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C语言函数只能用数组实现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C语言函数的核心在于理解其递归/迭代的本质，其他选项都过于绝对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以下关于C语言函数的时间复杂度，正确的是？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C语言函数的查找需要遍历，时间复杂度为O(n)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实现C语言函数时最容易犯的错误是？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掌握了C语言函数的核心概念和定义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学会了C语言函数的基本操作实现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理解了C语言函数的时间空间复杂度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