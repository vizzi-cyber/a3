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C语言函数：程序的核心组件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掌握函数是理解程序设计的关键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LearnLab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函数定义与性质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C语言函数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函数是一段可重复调用的代码块，接收输入参数并返回结果。通过模块化设计提高代码复用性。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封装性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参数传递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返回值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像厨房里的菜谱：提供步骤和食材要求，厨师按规则制作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函数结构详解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标准函数由返回类型、函数名、参数列表和函数体组成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返回类型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数据类型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指定函数返回值的类型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函数名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标识符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唯一标识函数名称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80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参数列表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880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参数声明数组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880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包含零个或多个参数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918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337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函数体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337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代码块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实现功能的语句集合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int add(int a, int b) {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return a + b;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递归求阶乘算法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通过递归实现阶乘计算，展示函数嵌套调用特性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1. 基准条件：当n=0时返回1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2. 递归调用：返回n * factorial(n-1)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factorial(int n)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if (n == 0) return 1;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n * factorial(n-1);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时间复杂度因每个n都要执行一次递归调用；空间复杂度因递归栈深度为n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冒泡排序算法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经典排序算法示例，演示函数参数传递机制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1. 外层循环控制遍历次数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2. 内层循环比较相邻元素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3. 交换不满足顺序的元素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bubbleSort(int arr[], int size)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for (int i = 0; i &lt; size-1; i++)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for (int j = 0; j &lt; size-i-1; j++)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    if (arr[j] &gt; arr[j+1])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        int temp = arr[j];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        arr[j] = arr[j+1];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        arr[j+1] = temp;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O(n²)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双重循环导致时间复杂度平方级；仅需常数空间存储临时变量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冒泡排序关键代码解析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if (arr[j] &gt; arr[j+1])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temp = arr[j];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arr[j] = arr[j+1];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arr[j+1] = temp;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第1行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比较相邻元素大小关系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第2-4行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执行元素交换操作，确保小值前移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排序算法对比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0584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算法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417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时间复杂度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59" y="1417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空间复杂度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417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10058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冒泡排序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202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9" y="19202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9202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稳定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77439"/>
            <a:ext cx="100584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2315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快速排序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42315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O(nlogn)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242315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O(logn)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2315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不稳定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880360"/>
            <a:ext cx="10058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7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插入排序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92607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O(n²)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59" y="292607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92607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稳定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函数知识图谱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函数定义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参数传递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383280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返回值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94360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作用域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383280"/>
            <a:ext cx="16459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递归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常见错误点解析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忘记处理空指针参数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添加null检查代码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194560"/>
            <a:ext cx="98755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// 错误示例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void printArray(int* arr) {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printf("%d", arr[0]); // 可能引发段错误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// 正确示例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void printArray(int* arr) {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if (arr == NULL) return;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printf("%d", arr[0]);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递归终止条件缺失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明确设置递归结束条件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474720"/>
            <a:ext cx="98755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// 错误示例 - 无限递归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int power(int x) {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return x * power(x); // 缺少基准条件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函数知识点测试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以下哪个选项能正确声明接受两个整数参数并返回它们的和？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int sum(int a, int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float sum(a,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void sum(int a, int 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char sum(int a, int 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A  |  正确答案需要匹配返回类型与实际运算结果类型（int）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递归函数必须包含什么要素？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无限循环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明确的终止条件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动态内存分配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多线程支持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6344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所有递归都必须有明确的基准条件防止无限递归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以下哪种情况会导致栈溢出？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函数直接返回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递归调用过深但最终终止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静态变量使用过多内存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无限递归调用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640080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D  |  无限递归会持续占用调用栈空间直到系统资源耗尽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核心要点回顾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函数是C语言程序的基本构建单元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参数传递采用传值/传引用方式（取决于参数类型）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递归需严格管理调用栈和终止条件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函数设计应注重接口清晰性和效率平衡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C语言指针与内存管理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