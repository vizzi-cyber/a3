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指针：C语言的灵魂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7D2FE"/>
                </a:solidFill>
                <a:latin typeface="Microsoft YaHei"/>
              </a:defRPr>
            </a:pPr>
            <a:r>
              <a:t>动态内存与高效编程的关键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Microsoft YaHei"/>
              </a:defRPr>
            </a:pPr>
            <a:r>
              <a:t>LearnLab · 智能生成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指针的定义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46E5"/>
                </a:solidFill>
                <a:latin typeface="Microsoft YaHei"/>
              </a:defRPr>
            </a:pPr>
            <a:r>
              <a:t>指针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存储变量地址的变量，通过解引用访问目标内存内容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核心性质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直接操作内存地址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支持动态内存分配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566160"/>
            <a:ext cx="32918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01000" y="370332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函数参数传递灵活性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Microsoft YaHei"/>
              </a:defRPr>
            </a:pPr>
            <a:r>
              <a:t>💡 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406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Microsoft YaHei"/>
              </a:defRPr>
            </a:pPr>
            <a:r>
              <a:t>类似图书馆的索书号，指向特定书架位置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指针数据结构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包含类型、值（内存地址）和别名功能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字段名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整数类型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表示指针指向的数据类型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0292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无符号长整型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存储目标内存地址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34640"/>
            <a:ext cx="502920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F46E5"/>
                </a:solidFill>
                <a:latin typeface="Consolas"/>
              </a:defRPr>
            </a:pPr>
            <a:r>
              <a:t>别名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8803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EA5E9"/>
                </a:solidFill>
                <a:latin typeface="Consolas"/>
              </a:defRPr>
            </a:pPr>
            <a:r>
              <a:t>特殊语法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80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使用*声明指针变量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C语言定义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20240"/>
            <a:ext cx="5029200" cy="4114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int* ptr; // 声明整型指针</a:t>
            </a:r>
          </a:p>
          <a:p>
            <a:pPr>
              <a:spcAft>
                <a:spcPts val="84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double* dptr = NULL; // 初始化空指针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数组遍历算法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使用指针遍历数组元素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执行步骤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83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定义数组并初始化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声明指向数组首元素的指针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4320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788920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使用循环移动指针访问每个元素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3291839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通过解引用指针获取当前元素值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C语言实现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37360"/>
            <a:ext cx="5029200" cy="2926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7452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#include &lt;stdio.h&gt;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main()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arr[5] = {1,2,3,4,5};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int *p = arr;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for(int i=0; i&lt;5; i++) {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    printf("%d\n", *(p+i));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    return 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46320"/>
            <a:ext cx="5029200" cy="11887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时间: O(n)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Consolas"/>
              </a:defRPr>
            </a:pPr>
            <a:r>
              <a:t>空间: O(1)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532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需要线性时间访问所有元素，仅使用常量额外空间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指针运算解析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x = 10;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int *px = &amp;x;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*px = 20;</a:t>
            </a:r>
          </a:p>
          <a:p>
            <a:pPr>
              <a:spcAft>
                <a:spcPts val="780"/>
              </a:spcAft>
              <a:defRPr sz="1300">
                <a:solidFill>
                  <a:srgbClr val="1E293B"/>
                </a:solidFill>
                <a:latin typeface="Consolas"/>
              </a:defRPr>
            </a:pPr>
            <a:r>
              <a:t>printf("%d\n", *px);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逐行解析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第1-2行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214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创建整型变量x和指向它的指针px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0604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第3行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98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通过指针修改原始变量的值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83280"/>
            <a:ext cx="5029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46E5"/>
                </a:solidFill>
                <a:latin typeface="Consolas"/>
              </a:defRPr>
            </a:pPr>
            <a:r>
              <a:t>第4行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758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验证指针修改生效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指针与数组区别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22960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指针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59" y="1417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内存布局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连续地址链表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1920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连续地址数组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39"/>
            <a:ext cx="822960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下标访问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`[]`运算符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42315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`*`和`++`运算结合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8229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修改能力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可改变指向不同对象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92607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只能改变自身元素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指针知识体系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3291840"/>
            <a:ext cx="2194560" cy="7772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指针定义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822960"/>
            <a:ext cx="1645920" cy="594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指针运算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37942" y="4663439"/>
            <a:ext cx="164592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指针与数组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3338" y="4663440"/>
            <a:ext cx="164592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指针与函数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常见错误示例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361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野指针使用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470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初始化为NULL或有效地址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错误: int *p; *p = 10; // 未初始化指针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正确: int *p = NULL; if(!p) p = &amp;x;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1635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  <a:latin typeface="Microsoft YaHei"/>
              </a:defRPr>
            </a:pPr>
            <a:r>
              <a:t>❌  悬空指针操作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0B981"/>
                </a:solidFill>
                <a:latin typeface="Microsoft YaHei"/>
              </a:defRPr>
            </a:pPr>
            <a:r>
              <a:t>✅  在释放前完成所有操作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474720"/>
            <a:ext cx="987552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8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错误: free(ptr); ptr = malloc(sizeof(int));</a:t>
            </a:r>
          </a:p>
          <a:p>
            <a:pPr>
              <a:spcAft>
                <a:spcPts val="660"/>
              </a:spcAft>
              <a:defRPr sz="1100">
                <a:solidFill>
                  <a:srgbClr val="1E293B"/>
                </a:solidFill>
                <a:latin typeface="Consolas"/>
              </a:defRPr>
            </a:pPr>
            <a:r>
              <a:t>正确: while(*ptr) free(ptr--);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400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93B"/>
                </a:solidFill>
                <a:latin typeface="Microsoft YaHei"/>
              </a:defRPr>
            </a:pPr>
            <a:r>
              <a:t>指针理解测试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以下代码输出什么？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编译错误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随机值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段错误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926079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9717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10  |  虽然指针未初始化，但解引用行为未定义，实际运行可能显示已存在的随机值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如何安全地交换两个指针指向的内容？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直接赋值：a = b; b = a;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4903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使用临时变量交换指针本身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通过解引用交换实际内容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9767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无法实现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0" y="466344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470915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通过解引用交换实际内容  |  正确做法是交换指针指向的对象值，而非交换指针变量本身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457200" cy="3657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以下哪个是正确的多级指针声明？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int **p;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int *p;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int p***;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int *p**;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80160" y="6400800"/>
            <a:ext cx="96012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F46E5"/>
                </a:solidFill>
                <a:latin typeface="Microsoft YaHei"/>
              </a:defRPr>
            </a:pPr>
            <a:r>
              <a:t>答案: int **p;  |  二级指针需要两个连续的*符号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指针学习要点总结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理解指针本质是内存地址容器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8892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8803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掌握指针运算规则和边界检查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56616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区分指针与数组的不同特性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4343400"/>
            <a:ext cx="9144000" cy="59436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4434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7FF"/>
                </a:solidFill>
                <a:latin typeface="Microsoft YaHei"/>
              </a:defRPr>
            </a:pPr>
            <a:r>
              <a:t>✦  避免野指针和悬空指针风险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5B4FC"/>
                </a:solidFill>
                <a:latin typeface="Microsoft YaHei"/>
              </a:defRPr>
            </a:pPr>
            <a:r>
              <a:t>下一讲: C语言动态内存管理（malloc/free）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