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指针的本质与意义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内存操作的魔法钥匙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LearnLab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指针的核心定义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指针变量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存储另一个变量地址的变量，通过解引用操作可访问目标内存。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间接访问能力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类型系统约束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动态内存管理基础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类似图书馆书籍目录卡，卡片上写着书的位置，通过卡片找到实际内容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指针语法详解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基本语法结构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*ptr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T*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指向类型为T的变量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&amp;var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T*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获取var的地址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int main() { int a = 10; int *p = &amp;a; printf("%d\n", *p); return 0;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数组遍历算法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使用指针遍历数组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1. 声明数组和指针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2. 让指针指向数组首元素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3. 循环移动指针并访问每个元素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37360"/>
            <a:ext cx="5029200" cy="3657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2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printArray(int arr[], int size) { int *p = arr; for (int i=0; i&lt;size; i++) { printf("%d ", *(p+i)); }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指针运算解析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x = 5, y = 10; int *px = &amp;x, *py = &amp;y; int sum = *px + *py;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第1行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初始化两个整型变量和它们的指针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第2行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指针加法运算符将指针偏移指定字节数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指针与数组访问对比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指针方式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数组方式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访问方式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*(ptr + 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arr[i]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内存布局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连续块状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连续块状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性能差异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可能更高效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编译器优化后相同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指针知识体系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指针基础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指针运算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7942" y="4663439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指针应用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3338" y="466344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指针陷阱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常见错误点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未初始化指针使用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初始化或检查NULL值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9875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错误：int *p; *p = 5; // 段错误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正确：int *p = NULL; if (!p) return; *p = 5;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混淆指针与数组名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理解数组名退化为指针的特性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474720"/>
            <a:ext cx="9875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错误：int arr[3]; func(arr); // 传递指针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正确：func(&amp;arr[0]); // 显式传递指针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实践测试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以下哪项正确表示交换两个整数指针的值？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swap(&amp;a, &amp;b);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swap(a, b);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swap(*a, *b);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swap(a, b);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A  |  必须传递变量地址才能修改原值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给定int arr[] = {1,2,3};，表达式*(arr+2)的值是多少？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C  |  数组名是首元素地址，arr+2指向第三个元素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编写函数计算字符串长度，要求不使用strlen。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关键要点回顾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指针本质是地址容器，解引用访问内存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指针运算遵循特定规则，需谨慎处理边界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数组与指针关系密切，但有本质区别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避免野指针和悬挂指针，养成初始化习惯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C语言高级数据结构（链表/树）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