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指针：内存世界的钥匙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从基础到高级应用的全面指南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LearnLab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指针的本质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指针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存储另一个变量地址的变量，通过解引用访问目标值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间接寻址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类型安全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动态内存管理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就像图书馆的索书号，指向具体书籍的位置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指针语法详解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C语言指针的核心结构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*ptr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解引用操作符，获取指针指向的值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&amp;var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T*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取地址操作符，获取变量地址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80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ptr++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880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void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80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指针算术运算，移动指针位置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x = 10;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*p = &amp;x;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printf("Value: %d\n", *p);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数组遍历算法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使用指针实现数组遍历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步骤1：定义整数数组和指针变量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步骤2：将指针指向数组首元素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步骤3：循环遍历直到指针超出数组边界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arr[] = {1,2,3,4};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*p = arr;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for(; p &lt; arr+4; p++)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printf("%d ", *p);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需要线性时间访问每个元素，常数空间存储指针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指针运算代码分析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add(int a, int b)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*pa = &amp;a, *pb = &amp;b;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*pa + *pb;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第1行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函数参数传递机制，实参拷贝给形参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第2行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通过指针直接操作内存中的原始数据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返回指针解引用后的值之和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指针与数组比较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特性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指针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访问方式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索引下标[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解引用*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修改能力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不可修改大小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可动态分配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内存布局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连续块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任意分布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指针知识图谱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指针基本概念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指针运算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7942" y="4663439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指针与数组/函数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3338" y="466344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动态内存分配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常见指针错误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悬空指针问题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在释放前确保所有指针不再使用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94560"/>
            <a:ext cx="9875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错误示例：free(ptr)后继续使用*ptr；正确做法：设置ptr=NULL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野指针问题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初始化所有指针或检查是否为NULL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474720"/>
            <a:ext cx="9875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错误示例：未初始化的int *p = (int*)0xdeadbeef;；正确做法：int *p = NULL;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指针理解测试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以下哪个是正确的指针声明？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int *p;（A）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int &amp;p;（B）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float p;（C）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char *p;（D）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A  |  选项B是C++引用，选项C是普通变量，选项D缺少星号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给定int a=5, *p=&amp;a;，*p++的值是多少？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5（A）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6（B）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不确定（C）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438911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4348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A  |  后缀++先返回当前值再自增，所以*p++等价于*p然后p++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如何正确释放动态数组内存？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free(arr);（A）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delete[] arr;（B）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两者都可以（C）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61264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61721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A  |  delete[]是C++语法，free用于C语言释放malloc分配的内存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指针学习要点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理解指针本质：地址与解引用操作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掌握类型安全的指针运算规则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避免悬空指针和野指针风险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区分数组与指针的不同应用场景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C语言结构体与链表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