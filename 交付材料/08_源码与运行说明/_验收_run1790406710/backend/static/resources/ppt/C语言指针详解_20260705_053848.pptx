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C语言指针详解 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C语言 · 从概念到实战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AI Learning System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什么是C语言指针详解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C语言指针详解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C语言指针详解是C语言中的核心概念，掌握它是理解后续高级内容的基础。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C语言指针详解的基本特征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C语言指针详解的核心性质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C语言指针详解的分类方式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Microsoft YaHei"/>
              </a:defRPr>
            </a:pPr>
            <a:r>
              <a:t>💡 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可以用生活中的例子来类比理解C语言指针详解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C语言指针详解的结构定义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C语言指针详解在C语言中的表示方式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数据域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next/link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指针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链接域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C语言定义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// C语言指针详解的C语言定义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typedef struct {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int data;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// 其他字段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 C语言指针详解Type;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C语言指针详解的基本操作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C语言指针详解最常用的操作及实现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步骤1：初始化C语言指针详解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步骤2：执行核心操作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步骤3：处理边界条件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291839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步骤4：返回结果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5029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C语言指针详解核心操作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void operation(C语言指针详解Type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if (S == NULL) return;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// 核心逻辑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printf("操作完成");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时间: O(n)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空间: O(1)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需要遍历所有元素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C语言指针详解关键代码解析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C语言指针详解的关键代码片段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key_code(C语言指针详解Type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result = 0;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while (S != NULL)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result += S-&gt;data;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S = S-&gt;next;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return result;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逐行解析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第3行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初始化结果变量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第4-7行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循环遍历每个节点，累加数据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第8行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返回最终结果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C语言指针详解与其他方案对比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2296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对比项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C语言指针详解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替代方案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时间复杂度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O(nlogn)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39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空间复杂度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实现难度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较高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通用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特定场景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C语言指针详解知识结构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291840"/>
            <a:ext cx="2194560" cy="777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C语言指针详解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822960"/>
            <a:ext cx="164592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基本概念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383280"/>
            <a:ext cx="1645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核心操作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943600"/>
            <a:ext cx="1645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应用场景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383280"/>
            <a:ext cx="16459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常见错误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常见易错点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混淆C语言指针详解的相关概念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对比学习，明确每个概念的定义和区别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忽略边界条件（空表、单元素等）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写代码前先画图分析边界情况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算法步骤顺序错误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074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按步骤逐一检查，特别是指针操作的顺序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练习题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关于C语言指针详解，以下说法正确的是？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C语言指针详解不需要初始化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C语言指针详解的核心是递归思想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C语言指针详解的时间复杂度一定是O(1)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C语言指针详解只能用数组实现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9260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971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C语言指针详解的核心在于理解其递归/迭代的本质，其他选项都过于绝对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以下关于C语言指针详解的时间复杂度，正确的是？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所有操作都是O(1)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查找操作是O(n)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插入操作是O(n²)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删除操作是O(1)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66344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C语言指针详解的查找需要遍历，时间复杂度为O(n)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实现C语言指针详解时最容易犯的错误是？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忘记初始化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指针操作顺序错误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没有处理空值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以上都是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640080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D  |  这三个都是常见错误，需要特别注意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掌握了C语言指针详解的核心概念和定义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学会了C语言指针详解的基本操作实现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理解了C语言指针详解的时间空间复杂度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4340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34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识别了常见错误和注意事项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Microsoft YaHei"/>
              </a:defRPr>
            </a:pPr>
            <a:r>
              <a:t>下一讲: 下一个相关主题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