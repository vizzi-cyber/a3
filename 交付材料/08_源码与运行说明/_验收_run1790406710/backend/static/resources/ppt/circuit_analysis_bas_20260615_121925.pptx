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circuit analysis basics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C language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AI Learning System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什么是circuit analysis basics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circuit analysis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circuit analysis basics是C language中的核心概念，掌握它是理解后续高级内容的基础。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circuit analysis basics的基本特征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circuit analysis basics的核心性质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circuit analysis basics的分类方式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可以用生活中的例子来类比理解circuit analysis basics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circuit analysis basics的结构定义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circuit analysis basics在C语言中的表示方式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circuit analysis basics的C语言定义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circuitanalysisbasicsType;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circuit analysis basics的基本操作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circuit analysis basics最常用的操作及实现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步骤1：初始化circuit analysis basics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circuit analysis basics核心操作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operation(circuitanalysisbasicsType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circuit analysis basics关键代码解析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circuit analysis basics的关键代码片段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key_code(circuitanalysisbasicsType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circuit analysis basics与其他方案对比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circuit analysis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circuit analysis basics知识结构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circuit analysis basics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混淆circuit analysis basics的相关概念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关于circuit analysis basics，以下说法正确的是？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circuit analysis basics不需要初始化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circuit analysis basics的核心是递归思想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circuit analysis basics的时间复杂度一定是O(1)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circuit analysis basics只能用数组实现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circuit analysis basics的核心在于理解其递归/迭代的本质，其他选项都过于绝对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以下关于circuit analysis basics的时间复杂度，正确的是？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circuit analysis basics的查找需要遍历，时间复杂度为O(n)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实现circuit analysis basics时最容易犯的错误是？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掌握了circuit analysis basics的核心概念和定义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学会了circuit analysis basics的基本操作实现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理解了circuit analysis basics的时间空间复杂度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