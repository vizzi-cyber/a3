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test topic 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C语言数据结构 · 从概念到实战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AI Learning System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什么是test topic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test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test topic是C语言数据结构中的核心概念，掌握它是理解后续高级内容的基础。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test topic的基本特征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test topic的核心性质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test topic的分类方式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可以用生活中的例子来类比理解test topic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 topic的结构定义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test topic在C语言中的表示方式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next/link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指针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链接域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// test topic的C语言定义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int data;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// 其他字段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} testtopicType;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 topic的基本操作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test topic最常用的操作及实现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步骤1：初始化test topic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步骤2：执行核心操作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步骤3：处理边界条件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步骤4：返回结果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test topic核心操作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operation(testtopicType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if (S == NULL) return;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// 核心逻辑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printf("操作完成");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需要遍历所有元素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 topic关键代码解析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// test topic的关键代码片段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key_code(testtopicType *S)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result =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while (S != NULL)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result += S-&gt;data;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 = S-&gt;next;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result;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初始化结果变量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第4-7行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循环遍历每个节点，累加数据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第8行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返回最终结果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 topic与其他方案对比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test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替代方案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O(nlogn)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空间复杂度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实现难度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较高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test topic知识结构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test topic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基本概念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383280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核心操作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594360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16459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常见错误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混淆test topic的相关概念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对比学习，明确每个概念的定义和区别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忽略边界条件（空表、单元素等）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写代码前先画图分析边界情况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965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算法步骤顺序错误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07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按步骤逐一检查，特别是指针操作的顺序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关于test topic，以下说法正确的是？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test topic不需要初始化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test topic的核心是递归思想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test topic的时间复杂度一定是O(1)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test topic只能用数组实现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test topic的核心在于理解其递归/迭代的本质，其他选项都过于绝对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以下关于test topic的时间复杂度，正确的是？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所有操作都是O(1)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查找操作是O(n)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插入操作是O(n²)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删除操作是O(1)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B  |  test topic的查找需要遍历，时间复杂度为O(n)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实现test topic时最容易犯的错误是？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A. 忘记初始化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B. 指针操作顺序错误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C. 没有处理空值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D. 以上都是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D  |  这三个都是常见错误，需要特别注意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掌握了test topic的核心概念和定义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学会了test topic的基本操作实现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理解了test topic的时间空间复杂度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识别了常见错误和注意事项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下一个相关主题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