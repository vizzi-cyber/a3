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指针详解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C语言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什么是指针详解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指针详解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指针详解是C语言中的核心概念，掌握它是理解后续高级内容的基础。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指针详解的基本特征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指针详解的核心性质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指针详解的分类方式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可以用生活中的例子来类比理解指针详解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指针详解的结构定义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指针详解在C语言中的表示方式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指针详解的C语言定义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指针详解Type;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指针详解的基本操作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指针详解最常用的操作及实现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步骤1：初始化指针详解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指针详解核心操作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operation(指针详解Type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指针详解关键代码解析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指针详解的关键代码片段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key_code(指针详解Type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指针详解与其他方案对比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指针详解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指针详解知识结构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指针详解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混淆指针详解的相关概念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关于指针详解，以下说法正确的是？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指针详解不需要初始化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指针详解的核心是递归思想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指针详解的时间复杂度一定是O(1)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指针详解只能用数组实现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指针详解的核心在于理解其递归/迭代的本质，其他选项都过于绝对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以下关于指针详解的时间复杂度，正确的是？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指针详解的查找需要遍历，时间复杂度为O(n)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实现指针详解时最容易犯的错误是？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掌握了指针详解的核心概念和定义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学会了指针详解的基本操作实现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理解了指针详解的时间空间复杂度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